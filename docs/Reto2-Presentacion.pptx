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2 - DIPLOMADO ARQUITECTURAS CLOUD - MODULO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Alerta Temprana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Flota Vehicular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7490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serverless en AWS que recibe 1000 eventos en 30 segundos, detecta emergencias y notifica a Gmail en menos de 15 segundos.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663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REST  |  SQS  |  Lambda Python ARM64 + SnapStart  |  SES  |  100% Terraform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5349240"/>
            <a:ext cx="54864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53492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565099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 Fernando Padilla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26480" y="565099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Erick Nieto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6035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Raul Valencia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126480" y="6035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Bohorquez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65379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2026-04-27  |  github.com/Prospect121/reto2-fleet-alerts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reto en 3 puntos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tiene que cumplir el sistema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5661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3566160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331720"/>
            <a:ext cx="822960" cy="8229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77240" y="33832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Recepcion masiva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402336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eventos en 30 segundos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procesados sin perdidas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estable bajo el pico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297680" y="1828800"/>
            <a:ext cx="35661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1828800"/>
            <a:ext cx="3566160" cy="1645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2331720"/>
            <a:ext cx="822960" cy="8229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617720" y="33832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Deteccion en tiempo real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17720" y="402336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type=Emergency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Notificar por correo a Gmail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con hora exacta de evento y envio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138160" y="1828800"/>
            <a:ext cx="35661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1828800"/>
            <a:ext cx="3566160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58200" y="2331720"/>
            <a:ext cx="822960" cy="8229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58200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8458200" y="33832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Restricciones tecnicas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458200" y="402336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GW rate=15/s, burst=2000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Maximo 10 procesadores concurrentes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 en menos de 15 segundos = 2.5 puntos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2 - Sistema de Alerta Temprana | Equipo: Padilla / Nieto / Valencia / Bohorquez | 2026-04-27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446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la solucion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desde el cliente k6 hasta Gmail (us-east-1)</a:t>
            </a:r>
            <a:endParaRPr lang="en-US" sz="1400" dirty="0"/>
          </a:p>
        </p:txBody>
      </p:sp>
      <p:pic>
        <p:nvPicPr>
          <p:cNvPr id="4" name="Image 0" descr="C:\Users\erick\Documents\work\Diplomado\Modulo2\reto2-fleet-alerts\docs\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470" y="1554480"/>
            <a:ext cx="10352580" cy="4846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46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2 - Sistema de Alerta Temprana | Equipo: Padilla / Nieto / Valencia / Bohorquez | 2026-04-27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430000" y="6446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de arquitectura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5 elecciones que mas impactan el SLA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291840"/>
                <a:gridCol w="52120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Eleccion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de API Gateway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(v1)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Unico que expone rate y burst nativos por stage (requisito explicito)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Integracion API GW &gt; backend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Directa a SQS (sin Lambda de ingesta)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Elimina un salto, baja 100-200ms; cliente recibe 200 al instante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Cola de mensajes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SQS Standard (no FIFO)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FIFO limitado a 300 msg/s; Standard tiene throughput ilimitado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Servicio de envio de correo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Latencia 1-3s vs 10-30s de SNS email; nativo en AWS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 de 10 procesadores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ESM scaling_config.maximum_concurrency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usa quota global del account; suficiente porque la Lambda solo se invoca via SQS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46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2 - Sistema de Alerta Temprana | Equipo: Padilla / Nieto / Valencia / Bohorquez | 2026-04-27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430000" y="6446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 de calidad #1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priorizamos y por que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754880" cy="4572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28600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 de notificacion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15s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457200" y="5349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k6 -&gt; Gmail (objetivo 2.5 puntos)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577840" y="164592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 el #1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577840" y="2148840"/>
            <a:ext cx="61264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50% del puntaje del reto depende del tiempo de entrega del correo.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sistemas de alerta temprana reales, segundos = vidas o danos materiales.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cadena de servicios (API GW &gt; SQS &gt; Lambda &gt; SES &gt; Gmail) suma latencia: cada decision la optimiza.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577840" y="402336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secundarios priorizados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577840" y="4526280"/>
            <a:ext cx="61264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- SQS + DLQ + reintentos garantizan 0% perdida.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- Burst de 2000 absorbe el pico inicial sin throttling.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- Logs estructurados con timestamps ISO-8601 + alarma DLQ.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2 - Sistema de Alerta Temprana | Equipo: Padilla / Nieto / Valencia / Bohorquez | 2026-04-27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446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Tacticas de arquitectura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por categoria SEI - Bass, Clements, Kazman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39496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65960"/>
            <a:ext cx="173736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659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concurrency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30632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instancias de Lambda en paralelo, gobernadas por el Event Source Mapping de SQS. scaling_config.maximum_concurrency = 10.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39496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1965960"/>
            <a:ext cx="1737360" cy="320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9659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37960" y="24688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 / Retry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37960" y="30632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ReportBatchItemFailures reintenta solo el mensaje fallido. Tras 3 fallas va a la DLQ. Alarma de CloudWatch sobre la DLQ.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4343400"/>
            <a:ext cx="539496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617720"/>
            <a:ext cx="1737360" cy="3200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617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MODIFIABILITY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" y="51206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intermediaries (broker)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77240" y="57150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SQS desacopla productor y consumidor. Cambiar Lambda por ECS o EC2 no afecta al cliente; el contrato es la cola.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4343400"/>
            <a:ext cx="539496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4617720"/>
            <a:ext cx="1737360" cy="3200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4617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37960" y="51206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access (least privilege)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537960" y="57150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IAM minimos: Lambda solo SES SendEmail; API GW solo SQS SendMessage. Endpoint requiere header x-api-key.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2 - Sistema de Alerta Temprana | Equipo: Padilla / Nieto / Valencia / Bohorquez | 2026-04-27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446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del Emergency: del envio en k6 al correo en Gmail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828800"/>
            <a:ext cx="36576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103120"/>
            <a:ext cx="640080" cy="640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210312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Gmail vacio - busqueda subject:Alerta #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51960" y="1828800"/>
            <a:ext cx="36576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26280" y="2103120"/>
            <a:ext cx="640080" cy="640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349240" y="210312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Correr k6 con EMERGENCY_MODE=single (solo iter 1000)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38160" y="1828800"/>
            <a:ext cx="36576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0" y="2103120"/>
            <a:ext cx="640080" cy="640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235440" y="210312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k6 reporta 1000/1000 OK, 0% fallos en ~11s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4069080"/>
            <a:ext cx="36576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4343400"/>
            <a:ext cx="640080" cy="640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343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463040" y="434340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Live Tail: [EMERGENCY_RECEIVED] y [EMAIL_SENT]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251960" y="4069080"/>
            <a:ext cx="36576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26280" y="4343400"/>
            <a:ext cx="640080" cy="640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26280" y="4343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349240" y="434340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el correo en Gmail con subject Alerta #1000/1000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138160" y="4069080"/>
            <a:ext cx="36576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12480" y="4343400"/>
            <a:ext cx="640080" cy="640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0" y="4343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235440" y="434340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delta: Gmail Date - sent_at &lt; 15s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5943600"/>
            <a:ext cx="11247120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5943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Truco: la iter 1000 es el UNICO Emergency, asi el ultimo envio en k6 ES la emergencia que medimos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2 - Sistema de Alerta Temprana | Equipo: Padilla / Nieto / Valencia / Bohorquez | 2026-04-27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30000" y="6446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medidos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del 2026-04-27 sobre el endpoint de produccion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828800"/>
            <a:ext cx="365760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28800"/>
            <a:ext cx="3657600" cy="1097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2860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1000/1000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94360" y="3520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procesadas en k6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40233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fallos | 11.0s totales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51960" y="1828800"/>
            <a:ext cx="365760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51960" y="1828800"/>
            <a:ext cx="3657600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51960" y="22860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254 ms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4526280" y="3520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recibe -&gt; SES acepta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26280" y="40233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Medido server-side (sin drift)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83880" y="1828800"/>
            <a:ext cx="365760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83880" y="1828800"/>
            <a:ext cx="3657600" cy="1097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83880" y="22860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15 s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8458200" y="3520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estimado k6 -&gt; Gmail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58200" y="40233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1.5 - 3.5 s reales | 2.5 puntos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5120640"/>
            <a:ext cx="11247120" cy="11887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5212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del unico Emergency (iter 1000, plate EWL-254)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55321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[EMERGENCY_RECEIVED] ts=2026-04-27T10:47:13.037+00:00 request_seq=1000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[EMAIL_SENT]         ts=2026-04-27T10:47:13.291+00:00 to=erickcloud44@gmail.com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2 - Sistema de Alerta Temprana | Equipo: Padilla / Nieto / Valencia / Bohorquez | 2026-04-27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446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de la rubrica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se evidencia cada criterio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1463040"/>
                <a:gridCol w="4572000"/>
                <a:gridCol w="12801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Ponderacion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Justificacion de decisiones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 4 (tabla de 5 decisiones clave)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Atributo de calidad mas importante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 5 (Performance + atributos secundarios)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Diagrama de arquitectura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 3 (diagrama completo us-east-1)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Tacticas de arquitectura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 6 (4 categorias SEI)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Tiempo de entrega del correo &lt; 15s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 8 (1000/1000, 254ms, &lt;15s)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Logs de recepcion y envio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incluido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 8 + CloudWatch Live Tail en demo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6035040"/>
            <a:ext cx="11247120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6035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Puntaje esperado: 5.0 / 5.0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3716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Gracias.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822960" y="2743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y demo en vivo a continuacion.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3840480"/>
            <a:ext cx="10515600" cy="219456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3840480"/>
            <a:ext cx="73152" cy="2194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977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PUBLICO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4297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github.com/Prospect121/reto2-fleet-alerts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4754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Rama: v2-security-and-latency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50749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Infraestructura: 100% Terraform (30 recursos AWS)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Procesador: AWS Lambda Python 3.12 ARM64 + SnapStart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1000/1000 OK | Lambda &gt; SES 254 ms | Total k6 &gt; Gmail &lt; 15 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6172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Equipo: Luis Fernando Padilla  |  Erick Nieto  |  Raul Valencia  |  Juan Bohorquez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Diplomado Arquitecturas Cloud  |  Modulo 2  |  2026-04-27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Diplomado Arquitecturas Cloud — Modulo 2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Reto 2 - Sistema de Alerta Temprana</dc:title>
  <dc:subject>PptxGenJS Presentation</dc:subject>
  <dc:creator>Luis Fernando Padilla, Erick Nieto, Raul Valencia, Juan Bohorquez</dc:creator>
  <cp:lastModifiedBy>Luis Fernando Padilla, Erick Nieto, Raul Valencia, Juan Bohorquez</cp:lastModifiedBy>
  <cp:revision>1</cp:revision>
  <dcterms:created xsi:type="dcterms:W3CDTF">2026-04-27T18:02:52Z</dcterms:created>
  <dcterms:modified xsi:type="dcterms:W3CDTF">2026-04-27T18:02:52Z</dcterms:modified>
</cp:coreProperties>
</file>